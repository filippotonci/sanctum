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memo content for reviewer reference:</a:t>
            </a:r>
          </a:p>
          <a:p/>
          <a:p>
            <a:r>
              <a:t>White-Green</a:t>
            </a:r>
          </a:p>
          <a:p>
            <a:r>
              <a:t>INTERNAL MEMORANDUM</a:t>
            </a:r>
          </a:p>
          <a:p>
            <a:r>
              <a:t>CONFIDENTIAL</a:t>
            </a:r>
          </a:p>
          <a:p/>
          <a:p>
            <a:r>
              <a:t>TO: Cameron Dean, Director of Operations</a:t>
            </a:r>
          </a:p>
          <a:p>
            <a:r>
              <a:t>    James Elliott, Head of Product Development</a:t>
            </a:r>
          </a:p>
          <a:p>
            <a:r>
              <a:t>    Marvin Taylor, Chief Financial Officer</a:t>
            </a:r>
          </a:p>
          <a:p>
            <a:r>
              <a:t>FROM: Jennifer Martin, Chief Executive Officer</a:t>
            </a:r>
          </a:p>
          <a:p>
            <a:r>
              <a:t>DATE: March 31, 2026</a:t>
            </a:r>
          </a:p>
          <a:p>
            <a:r>
              <a:t>RE: Q2 Strategic Planning and Budget Allocation</a:t>
            </a:r>
          </a:p>
          <a:p/>
          <a:p>
            <a:r>
              <a:t>Team,</a:t>
            </a:r>
          </a:p>
          <a:p/>
          <a:p>
            <a:r>
              <a:t>As we approach the second quarter, I want to outline our strategic priorities and discuss the preliminary budget allocations for each department.</a:t>
            </a:r>
          </a:p>
          <a:p/>
          <a:p>
            <a:r>
              <a:t>PRIORITIES:</a:t>
            </a:r>
          </a:p>
          <a:p>
            <a:r>
              <a:t>1. The Operations team, led by Cameron Dean, will focus on streamlining our supply chain processes and reducing overhead costs by 15%. Please coordinate with the logistics division to identify areas for improvement.</a:t>
            </a:r>
          </a:p>
          <a:p/>
          <a:p>
            <a:r>
              <a:t>2. Product Development, under James Elliott's leadership, should accelerate the timeline for the v3.0 platform release. I am requesting a revised project plan by end of week.</a:t>
            </a:r>
          </a:p>
          <a:p/>
          <a:p>
            <a:r>
              <a:t>3. Marvin Taylor will prepare a detailed financial forecast incorporating the revised revenue projections we discussed in Monday's executive session.</a:t>
            </a:r>
          </a:p>
          <a:p/>
          <a:p>
            <a:r>
              <a:t>I have scheduled a follow-up meeting for April 18, 2026 to review progress. Cameron Dean, please reserve Conference Room A.</a:t>
            </a:r>
          </a:p>
          <a:p/>
          <a:p>
            <a:r>
              <a:t>If you have questions before then, reach me at ext. 4764 or contact my assistant at ext. 8235.</a:t>
            </a:r>
          </a:p>
          <a:p/>
          <a:p>
            <a:r>
              <a:t>Regards,</a:t>
            </a:r>
          </a:p>
          <a:p/>
          <a:p>
            <a:r>
              <a:t>Jennifer Martin</a:t>
            </a:r>
          </a:p>
          <a:p>
            <a:r>
              <a:t>Chief Executive Officer</a:t>
            </a:r>
          </a:p>
          <a:p>
            <a:r>
              <a:t>White-Green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White-Green — Internal Memorandum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Strategic Planning and Budget Allocation — From Jennifer Martin,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Cameron Dean — Operations, supply chain cost cut 15%</a:t>
            </a:r>
          </a:p>
          <a:p>
            <a:r>
              <a:t>James Elliott — Product Development, accelerate v3.0 release</a:t>
            </a:r>
          </a:p>
          <a:p>
            <a:r>
              <a:t>Marvin Taylor — CFO, revised financial forecast</a:t>
            </a:r>
          </a:p>
          <a:p>
            <a:r>
              <a:t>Follow-up meeting April 18, 2026 — Conference Room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Reach Jennifer Martin at ext. 4764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